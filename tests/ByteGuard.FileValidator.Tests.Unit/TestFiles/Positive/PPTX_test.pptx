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67" r:id="rId2"/>
    <p:sldId id="264" r:id="rId3"/>
    <p:sldId id="265" r:id="rId4"/>
    <p:sldId id="266" r:id="rId5"/>
    <p:sldId id="262" r:id="rId6"/>
    <p:sldId id="263" r:id="rId7"/>
  </p:sldIdLst>
  <p:sldSz cx="12192000" cy="6858000"/>
  <p:notesSz cx="7010400" cy="92964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FBDE8B9-39AA-4099-BCCF-B74F6A7F6E0D}" type="datetimeFigureOut">
              <a:rPr lang="da-DK" smtClean="0"/>
              <a:t>07-12-2023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046F3-FB7A-4DA1-8BEC-E655C09496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10891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271" y="669079"/>
            <a:ext cx="1764364" cy="1032459"/>
          </a:xfrm>
          <a:prstGeom prst="rect">
            <a:avLst/>
          </a:prstGeom>
        </p:spPr>
      </p:pic>
      <p:sp>
        <p:nvSpPr>
          <p:cNvPr id="13" name="Rektangel 12"/>
          <p:cNvSpPr/>
          <p:nvPr userDrawn="1"/>
        </p:nvSpPr>
        <p:spPr>
          <a:xfrm>
            <a:off x="5874296" y="3795016"/>
            <a:ext cx="396043" cy="45719"/>
          </a:xfrm>
          <a:prstGeom prst="rect">
            <a:avLst/>
          </a:prstGeom>
          <a:solidFill>
            <a:srgbClr val="ED6C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da-DK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10653" y="2835513"/>
            <a:ext cx="10515600" cy="905377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Skriv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overskrift</a:t>
            </a:r>
            <a:endParaRPr lang="da-DK" dirty="0"/>
          </a:p>
        </p:txBody>
      </p:sp>
      <p:sp>
        <p:nvSpPr>
          <p:cNvPr id="18" name="Pladsholder til tekst 2"/>
          <p:cNvSpPr>
            <a:spLocks noGrp="1"/>
          </p:cNvSpPr>
          <p:nvPr>
            <p:ph type="body" idx="1" hasCustomPrompt="1"/>
          </p:nvPr>
        </p:nvSpPr>
        <p:spPr>
          <a:xfrm>
            <a:off x="810654" y="3992879"/>
            <a:ext cx="10515600" cy="499491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Undertitel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9329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Her kan der være en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36959"/>
          </a:xfrm>
        </p:spPr>
        <p:txBody>
          <a:bodyPr/>
          <a:lstStyle>
            <a:lvl1pPr>
              <a:buClr>
                <a:schemeClr val="accent2"/>
              </a:buClr>
              <a:defRPr sz="2800"/>
            </a:lvl1pPr>
            <a:lvl2pPr>
              <a:buClr>
                <a:schemeClr val="accent2"/>
              </a:buClr>
              <a:defRPr sz="24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903" y="248949"/>
            <a:ext cx="1137186" cy="66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8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a-DK" dirty="0"/>
              <a:t>Her kan der være en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1672"/>
          </a:xfrm>
        </p:spPr>
        <p:txBody>
          <a:bodyPr/>
          <a:lstStyle>
            <a:lvl1pPr>
              <a:buClr>
                <a:schemeClr val="accent2"/>
              </a:buClr>
              <a:defRPr sz="2800"/>
            </a:lvl1pPr>
            <a:lvl2pPr>
              <a:buClr>
                <a:schemeClr val="accent2"/>
              </a:buClr>
              <a:defRPr sz="24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661672"/>
          </a:xfrm>
        </p:spPr>
        <p:txBody>
          <a:bodyPr/>
          <a:lstStyle>
            <a:lvl1pPr>
              <a:buClr>
                <a:schemeClr val="accent2"/>
              </a:buClr>
              <a:defRPr sz="2800"/>
            </a:lvl1pPr>
            <a:lvl2pPr>
              <a:buClr>
                <a:schemeClr val="accent2"/>
              </a:buClr>
              <a:defRPr sz="24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903" y="248949"/>
            <a:ext cx="1137186" cy="66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0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/>
          <p:cNvSpPr/>
          <p:nvPr userDrawn="1"/>
        </p:nvSpPr>
        <p:spPr>
          <a:xfrm>
            <a:off x="-2326" y="0"/>
            <a:ext cx="12192001" cy="3207326"/>
          </a:xfrm>
          <a:prstGeom prst="rect">
            <a:avLst/>
          </a:prstGeom>
          <a:solidFill>
            <a:srgbClr val="2C4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Spørgsmål?</a:t>
            </a:r>
          </a:p>
        </p:txBody>
      </p:sp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712" y="2320197"/>
            <a:ext cx="5965052" cy="412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3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Deltag i evaluering</a:t>
            </a:r>
          </a:p>
        </p:txBody>
      </p:sp>
      <p:sp>
        <p:nvSpPr>
          <p:cNvPr id="7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2270126"/>
          </a:xfrm>
        </p:spPr>
        <p:txBody>
          <a:bodyPr/>
          <a:lstStyle>
            <a:lvl1pPr marL="0" indent="0">
              <a:buClr>
                <a:schemeClr val="accent2"/>
              </a:buClr>
              <a:buNone/>
              <a:defRPr sz="2800" baseline="0"/>
            </a:lvl1pPr>
            <a:lvl2pPr>
              <a:buClr>
                <a:schemeClr val="accent2"/>
              </a:buClr>
              <a:defRPr sz="24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da-DK" dirty="0"/>
              <a:t>Du modtager en mail med et evalueringsskema. På forhånd tak.</a:t>
            </a:r>
          </a:p>
        </p:txBody>
      </p:sp>
      <p:pic>
        <p:nvPicPr>
          <p:cNvPr id="5" name="Billed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230688"/>
            <a:ext cx="10058400" cy="226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5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EA0A9-E0BF-4419-AA0C-D143CF135634}" type="datetimeFigureOut">
              <a:rPr lang="da-DK" smtClean="0"/>
              <a:t>07-12-2023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7F98F-927C-45E3-BFF5-148A77B7A785}" type="slidenum">
              <a:rPr lang="da-DK" smtClean="0"/>
              <a:t>‹nr.›</a:t>
            </a:fld>
            <a:endParaRPr lang="da-DK"/>
          </a:p>
        </p:txBody>
      </p:sp>
      <p:sp>
        <p:nvSpPr>
          <p:cNvPr id="7" name="Rektangel 6"/>
          <p:cNvSpPr/>
          <p:nvPr userDrawn="1"/>
        </p:nvSpPr>
        <p:spPr>
          <a:xfrm flipV="1">
            <a:off x="-12065" y="6749925"/>
            <a:ext cx="3065249" cy="136525"/>
          </a:xfrm>
          <a:prstGeom prst="rect">
            <a:avLst/>
          </a:prstGeom>
          <a:solidFill>
            <a:srgbClr val="2C4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/>
          <p:cNvSpPr/>
          <p:nvPr userDrawn="1"/>
        </p:nvSpPr>
        <p:spPr>
          <a:xfrm flipV="1">
            <a:off x="3053184" y="6749924"/>
            <a:ext cx="3065249" cy="136525"/>
          </a:xfrm>
          <a:prstGeom prst="rect">
            <a:avLst/>
          </a:prstGeom>
          <a:solidFill>
            <a:srgbClr val="ED6C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/>
          <p:cNvSpPr/>
          <p:nvPr userDrawn="1"/>
        </p:nvSpPr>
        <p:spPr>
          <a:xfrm flipV="1">
            <a:off x="6118433" y="6749923"/>
            <a:ext cx="3065249" cy="136525"/>
          </a:xfrm>
          <a:prstGeom prst="rect">
            <a:avLst/>
          </a:prstGeom>
          <a:solidFill>
            <a:srgbClr val="3DA7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ktangel 9"/>
          <p:cNvSpPr/>
          <p:nvPr userDrawn="1"/>
        </p:nvSpPr>
        <p:spPr>
          <a:xfrm flipV="1">
            <a:off x="9183682" y="6749927"/>
            <a:ext cx="3065249" cy="136525"/>
          </a:xfrm>
          <a:prstGeom prst="rect">
            <a:avLst/>
          </a:prstGeom>
          <a:solidFill>
            <a:srgbClr val="AFD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065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r@detfagligehus.d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INFO: Når du skal lave en ny PP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Der er forskellige slides, du kan vælge mellem.</a:t>
            </a:r>
          </a:p>
          <a:p>
            <a:r>
              <a:rPr lang="da-DK" dirty="0"/>
              <a:t>Har du brug for hjælp til at komme i gang eller et indspark til layout så sig til i Kommunikation. Vi hjælper dig også gerne med at designe, og du kan få billeder af os.</a:t>
            </a:r>
          </a:p>
          <a:p>
            <a:r>
              <a:rPr lang="da-DK" dirty="0"/>
              <a:t>Husk at hvis du afvikler interne kurser, skal kurserne evalueres. Du skal aflevere navne på deltagere til HR på mail </a:t>
            </a:r>
            <a:r>
              <a:rPr lang="da-DK" dirty="0" err="1">
                <a:hlinkClick r:id="rId2"/>
              </a:rPr>
              <a:t>hr@</a:t>
            </a:r>
            <a:r>
              <a:rPr lang="da-DK" err="1">
                <a:hlinkClick r:id="rId2"/>
              </a:rPr>
              <a:t>detfagligehus</a:t>
            </a:r>
            <a:r>
              <a:rPr lang="da-DK">
                <a:hlinkClick r:id="rId2"/>
              </a:rPr>
              <a:t>.dk</a:t>
            </a:r>
            <a:r>
              <a:rPr lang="da-DK"/>
              <a:t>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5548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8625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837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51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Spørgsmål?</a:t>
            </a:r>
            <a:br>
              <a:rPr lang="da-DK" dirty="0"/>
            </a:b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4329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Deltag i evaluering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da-DK" dirty="0"/>
              <a:t>Vigtigt at du evaluerer kurset. </a:t>
            </a:r>
          </a:p>
          <a:p>
            <a:pPr algn="ctr"/>
            <a:r>
              <a:rPr lang="da-DK" dirty="0"/>
              <a:t>Du modtager en mail med et evalueringsskema. </a:t>
            </a:r>
          </a:p>
          <a:p>
            <a:pPr algn="ctr"/>
            <a:endParaRPr lang="da-DK" dirty="0"/>
          </a:p>
          <a:p>
            <a:pPr algn="ctr"/>
            <a:r>
              <a:rPr lang="da-DK" dirty="0"/>
              <a:t>På forhånd tak for din tilbagemelding.</a:t>
            </a:r>
          </a:p>
        </p:txBody>
      </p:sp>
    </p:spTree>
    <p:extLst>
      <p:ext uri="{BB962C8B-B14F-4D97-AF65-F5344CB8AC3E}">
        <p14:creationId xmlns:p14="http://schemas.microsoft.com/office/powerpoint/2010/main" val="2906591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t Faglige Hus PP - Skabelon [Skrivebeskyttet]" id="{74C197B8-A837-4FA8-8AF3-333D562BE732}" vid="{B77241A7-F794-447D-8212-468DC09F2308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power-point-skabelon</Template>
  <TotalTime>1</TotalTime>
  <Words>112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Office-tema</vt:lpstr>
      <vt:lpstr>INFO: Når du skal lave en ny PP</vt:lpstr>
      <vt:lpstr>PowerPoint-præsentation</vt:lpstr>
      <vt:lpstr>PowerPoint-præsentation</vt:lpstr>
      <vt:lpstr>PowerPoint-præsentation</vt:lpstr>
      <vt:lpstr>Spørgsmål? </vt:lpstr>
      <vt:lpstr>Deltag i evaluering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INFO: Når du skal lave en ny PP</dc:title>
  <dc:creator>Carsten Weiss</dc:creator>
  <cp:lastModifiedBy>Carsten Weiss</cp:lastModifiedBy>
  <cp:revision>1</cp:revision>
  <cp:lastPrinted>2016-11-22T09:07:18Z</cp:lastPrinted>
  <dcterms:created xsi:type="dcterms:W3CDTF">2023-12-07T11:23:53Z</dcterms:created>
  <dcterms:modified xsi:type="dcterms:W3CDTF">2023-12-07T11:25:38Z</dcterms:modified>
</cp:coreProperties>
</file>