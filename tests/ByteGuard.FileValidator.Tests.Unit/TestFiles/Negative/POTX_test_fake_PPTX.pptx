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89AB6D-D046-3070-8A71-82212F570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5BE12F3-523F-4F14-1AD1-66495331C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C847EAE-A65D-4800-04D2-4B2937BE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247F7C9-63EA-BCBC-0ADD-5915B311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5FF020D-7716-995A-9A7C-11F19D20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573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6E35A-B259-0296-DC09-DDE94971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A7FD8EF-EB37-BE18-86A6-A46C4E41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E79BB6E-7724-CB88-3CD4-67247132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CA2665C-B53A-2B0C-7D54-1FA0F610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E36207E-7FAF-B4F0-C87C-37453272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206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18B20-AA52-2A8E-2F86-BB0537AD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553AFA5-613F-A2F1-AF6A-8AEDB6E8B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5A25999-E6A7-626C-324D-F96FC4A6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A0FDA51-86C2-0523-3AB7-B44F19CF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0B827CE-3C11-7065-CC58-C539AE23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379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F3805-F107-70D9-9D85-A839CD9D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B7A5685-FF63-DC4D-8505-B8A5B2FCA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2942B91-9885-6E06-AFB8-78FD2C9B5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4BD7586-25B6-0282-629B-9D1994F1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9BFA0D4-9067-A3BB-B4DB-CEDD10C4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F0F60A6-1331-2215-ED1C-3CDAF0CD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970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7E9F0-9FD6-1B6C-DF27-9728456B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D15EADA-A747-77C6-2B1B-DCAC1432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FF21F2D-D530-125A-021D-2214E422A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1484EC0-38AC-1CB5-4FF7-283798263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C2BAFB2-CE5F-A45C-CC11-6F1F6411A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4AF76CBC-6EFE-873C-5EB4-9B790461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4A7D1EE-AAFC-9AA6-EBB4-186ACE71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93EA9FD-5E08-5FB7-A89A-D28BCC39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6079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88165-54D1-4F02-BE38-918FE847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13A7D51-1F21-7145-CF43-37387F41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0C065EA-70B0-1C8C-B468-8722B6C8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0A319DC-800B-350E-3DD4-6F150879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9535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7BB96FD-9CAC-DB93-E7DA-DC34F000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E891D38-D070-7D65-FD1B-9E0A5C89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A665ECE-D156-7F5B-2B11-7E7BAE40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169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3CDD2-CFA3-B650-7597-8F611DD0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1FE4D6F-FACB-A99E-22BB-B31B5592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B60234C-3D48-24E9-7586-E02E0F8B4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695C8D9-D72F-CC03-91D5-B099734E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1E5FD68-3AE1-742F-39FF-65DBC896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DB58CBD-2F9C-7AC8-629C-678DF8B3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686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3224F-D25E-D9FC-D73D-C17059755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E157B-AF5B-EAA3-06D1-55CD31E23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7ADD74B-3C45-F334-7EA6-09677248C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1C96B0C-789C-6DDE-9B25-0AF65CA7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3FE05CF-7289-E211-0C30-20950D0E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13CB9D8-C497-2FFD-10B0-C0F40202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97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D95FDF-10EB-9F7F-7E6E-ABF91A77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8CAA4FE-D84D-B01A-DAA7-C34AE1812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211A773-589A-7C34-FAC4-53F6CB2A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3F6ECAC-F7A4-BAF3-9006-FA94F641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9DF3924-CA76-603B-AFE8-D9C1116A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121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8B36230C-3182-FF19-E3BB-AF550F44F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81A2E9C-B3DE-53E2-C1DB-F318C5693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C57485C-48D1-8AA9-01EE-1A368CA7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23E03AA-DFAE-829E-ADE7-964B2B26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620AD94-7387-0EDE-55D0-45A215B6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759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39DE02BE-F948-0F94-7839-EDC86012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8AAEC14-2500-A346-A4AF-738861AF3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880B81-35B7-66DA-E515-9A4D04A06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8B3FD-AD33-4F37-951A-D433C5382475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97B4B1B-5B56-0835-64C4-F5AEDE3EA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73F4FC-C7B3-C207-1AF9-661ADAA87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C03FA8-FFBD-4D56-9422-828DD47F807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46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D8824-38E2-E03A-93D4-A336904DE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/>
              <a:t>POTX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D143630-AA49-5C4D-A2C0-AEA1D0B53C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665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æsentation1" id="{47CA6F46-0809-4436-9AA6-1A38414427ED}" vid="{2565142A-2BE0-400A-8FF7-C06EA8BCED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Haase</dc:creator>
  <cp:lastModifiedBy>Christian Haase</cp:lastModifiedBy>
  <cp:revision>1</cp:revision>
  <dcterms:created xsi:type="dcterms:W3CDTF">2025-11-18T09:33:48Z</dcterms:created>
  <dcterms:modified xsi:type="dcterms:W3CDTF">2025-11-18T09:34:39Z</dcterms:modified>
</cp:coreProperties>
</file>