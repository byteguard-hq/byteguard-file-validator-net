
<file path=[Content_Types].xml><?xml version="1.0" encoding="utf-8"?>
<Types xmlns="http://schemas.openxmlformats.org/package/2006/content-types">
  <Default Extension="bin" ContentType="application/vnd.ms-office.vbaPro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ms-powerpoint.presentation.macroEnabled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06/relationships/vbaProject" Target="vbaProject.bin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8217D-6CD9-0F06-C39C-CFF68719F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34C9531-60EE-F8C2-FD6D-DE7A6B916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6EEF9E2-6764-0E07-D7FE-1DD957AA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AD34AD9-E4DD-7F46-6B29-F9FEDE2C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751143A-2308-D7F6-B8B1-8F3E06FC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45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231EC-255B-8413-4FDA-D4D198F0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E5276D-CD7C-E439-2AC0-CFDC4303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482F2BA-5194-B6B6-A857-A1E7BED3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A23A014-FBE7-807A-0C77-035C32BB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C58555-28D1-E613-3AC0-5BEA84D7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078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07AA0-2837-C016-4914-483C996E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D4520DB-1F15-88F4-F425-4604AF8E0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8F1176-B4BC-746A-0E48-6665F4D2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C991F31-74C4-9767-05FC-483A73E1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8B84BF7-9C87-F81B-554E-EB545350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043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9E756-9A34-6B75-B2A4-8EF2A7D8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DEFE54-2BE8-70E4-3C44-3416DD823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17D4720-E7B0-F5E2-F058-F6589335A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DD5BE07-3DC0-2AC3-AEF0-1C7C21E4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03A5B6-D82D-6511-6F79-25BA0DA0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228C80D-79FC-04FC-C466-6CC38EAF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493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5D05D-F4BD-0025-A606-BB606172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116F105-DAFC-F2D9-ADAA-EBC2C6B31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3AA54A6-136C-467D-9CDC-3358B583F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D0F7494-6F42-FD8D-590C-25B602A4A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D567BFA-919E-727D-1427-541A2F4BE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0DCED45-FC24-1551-A647-505E0768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B37A4921-38E1-5A42-3761-5B566CFA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D486531-FFF1-81FB-20BE-545E8CE0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424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8F93B-2D1C-2147-B33C-AF31FD37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D565099-F816-18E7-5A29-D9B58273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51A1D33-275D-39F3-DB51-9128639C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02EC24D-7DD8-68A6-B462-F9CB3B38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1727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6D4B2FA-D6F9-B516-256B-30D64D8E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BC084B7-70AC-CA18-71E4-00D19DC8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A159B83-A77F-4E7A-E53C-6BC22AC2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712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0EA4A-0B8C-6E17-05BC-DF09BC0C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2D5DB9-F66E-AD98-F842-CB28E96B5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0BD830C-FB5B-3D9E-C716-B58C4AD66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77F6E22-0BB6-1635-29B4-01231F14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AF49230-37E9-36DB-FB93-1EEC362B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C57DA27-94C2-A534-552D-DEF953AB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9563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C7192-256E-D7FE-DC30-6D93C2D7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2341DD9E-0E50-F549-C878-87532376E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339AE83-9922-D2BF-C62A-81E1D62EF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4A46663-7C08-3721-60A7-52D45B21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8E7DAE2-E342-7B8C-B42E-D371E290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C5FB841-ECCA-76B7-9E31-373EFD56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862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8A39F-1288-6CA2-B0C2-8F61EDB9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953F208-F606-05F7-8DCC-AF539A2E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9B692AD-1AF0-99B1-59A2-14860C1A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B1BE3B-7825-E7CE-1F40-353A50AE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5C5EEE-0FD3-32D7-C9BE-C668D461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324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2DF7AD0-B25B-7B56-71D8-FF872F52D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A259254-5ACA-0D3C-D768-42E2B44E8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DB8E93-5745-4937-D86B-CE75603C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61DCA1-1DE1-EDC3-5C1D-3ECDF6EF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3EC596C-B306-F4E3-C1BD-FC41FAEE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715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51A5838-65B4-0009-B112-188CF099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52EC831-BA58-7151-DE13-C47A3983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6E56A2A-8A76-05BA-3E44-D7ADD3289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82F2E-485F-4686-AEF1-0D6BCE23B306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64A33FB-251B-89E0-1049-F6DF3258E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003FE3-815E-D907-9DDF-B3873A523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AA3F0-5427-41D1-AC3E-AA6833DBC94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588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0B92A-DDD6-624E-FD26-7089F749FE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BC7DE17-BED7-5770-E7BF-82489061F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916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Haase</dc:creator>
  <cp:lastModifiedBy>Christian Haase</cp:lastModifiedBy>
  <cp:revision>1</cp:revision>
  <dcterms:created xsi:type="dcterms:W3CDTF">2025-11-18T08:39:37Z</dcterms:created>
  <dcterms:modified xsi:type="dcterms:W3CDTF">2025-11-18T08:40:06Z</dcterms:modified>
</cp:coreProperties>
</file>